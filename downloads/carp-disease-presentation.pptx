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Investigation and Molecular Characterization of Diseases Affecting Cultured Carps in Bangladesh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